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Revenue by Product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(₦)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06-40FC-AEE5-A7256034F7CE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06-40FC-AEE5-A7256034F7CE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06-40FC-AEE5-A7256034F7CE}"/>
              </c:ext>
            </c:extLst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C06-40FC-AEE5-A7256034F7CE}"/>
              </c:ext>
            </c:extLst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C06-40FC-AEE5-A7256034F7CE}"/>
              </c:ext>
            </c:extLst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C06-40FC-AEE5-A7256034F7CE}"/>
              </c:ext>
            </c:extLst>
          </c:dPt>
          <c:dPt>
            <c:idx val="6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C06-40FC-AEE5-A7256034F7C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Electronics</c:v>
                </c:pt>
                <c:pt idx="1">
                  <c:v>Furniture</c:v>
                </c:pt>
                <c:pt idx="2">
                  <c:v>Appliance</c:v>
                </c:pt>
                <c:pt idx="3">
                  <c:v>Food</c:v>
                </c:pt>
                <c:pt idx="4">
                  <c:v>Office</c:v>
                </c:pt>
                <c:pt idx="5">
                  <c:v>Accessories</c:v>
                </c:pt>
                <c:pt idx="6">
                  <c:v>Clothing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19490000</c:v>
                </c:pt>
                <c:pt idx="1">
                  <c:v>8820000</c:v>
                </c:pt>
                <c:pt idx="2">
                  <c:v>1900000</c:v>
                </c:pt>
                <c:pt idx="3">
                  <c:v>1680000</c:v>
                </c:pt>
                <c:pt idx="4">
                  <c:v>1500000</c:v>
                </c:pt>
                <c:pt idx="5">
                  <c:v>1360000</c:v>
                </c:pt>
                <c:pt idx="6">
                  <c:v>670000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C06-40FC-AEE5-A7256034F7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Payment Methods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B9-441F-9F3A-492D607ECE7A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B9-441F-9F3A-492D607ECE7A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B9-441F-9F3A-492D607ECE7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B9-441F-9F3A-492D607ECE7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B9-441F-9F3A-492D607ECE7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DB9-441F-9F3A-492D607ECE7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Card</c:v>
                </c:pt>
                <c:pt idx="1">
                  <c:v>Cash</c:v>
                </c:pt>
                <c:pt idx="2">
                  <c:v>Transfer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B9-441F-9F3A-492D607ECE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5 Best-Selling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Speaker</c:v>
                </c:pt>
                <c:pt idx="1">
                  <c:v>Mouse</c:v>
                </c:pt>
                <c:pt idx="2">
                  <c:v>Rice</c:v>
                </c:pt>
                <c:pt idx="3">
                  <c:v>Television</c:v>
                </c:pt>
                <c:pt idx="4">
                  <c:v>Chair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25</c:v>
                </c:pt>
                <c:pt idx="2">
                  <c:v>20</c:v>
                </c:pt>
                <c:pt idx="3">
                  <c:v>18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0-4CC2-843F-BA0C49CEF0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75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Inventory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•  Key Queries  •  Business Insights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tables, and relationships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0292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inserted across all tables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50292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business questions with 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23160"/>
            <a:ext cx="50292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5146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customers, products &amp; suppliers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50292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Restocking, loyalty &amp; performance findings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Schema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sales_inventory_system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737360"/>
            <a:ext cx="274320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7922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· first_name · last_name · email · phone · city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3736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7922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 · supplier_name · contact_email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73736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7922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· product_name · category · price · supplier_id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24612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33009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70332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customer_id · order_date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3246120"/>
            <a:ext cx="2743200" cy="384048"/>
          </a:xfrm>
          <a:prstGeom prst="rect">
            <a:avLst/>
          </a:prstGeom>
          <a:solidFill>
            <a:srgbClr val="DC6803"/>
          </a:solidFill>
          <a:ln w="12700">
            <a:solidFill>
              <a:srgbClr val="DC68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33009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70332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order_detail_id · order_id · product_id · quantity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246120"/>
            <a:ext cx="274320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33009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703320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· order_id · payment_date · amount · payment_method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Foreign Keys: products → suppliers  |  orders → customers  |  order_details → orders &amp; products  |  payments → orders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Inserted — Summary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" cy="1463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9144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914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1234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9144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91440" cy="1463040"/>
          </a:xfrm>
          <a:prstGeom prst="rect">
            <a:avLst/>
          </a:prstGeom>
          <a:solidFill>
            <a:srgbClr val="DC6803"/>
          </a:solidFill>
          <a:ln w="12700">
            <a:solidFill>
              <a:srgbClr val="DC68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20624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6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91440" cy="1463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3232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30936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minimum requirements met  |  Each order has a payment  |  Each product belongs to a supplier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 — Business Questions Answered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 &amp; their orders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4014216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481328"/>
            <a:ext cx="39044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c.*, o.order_id, o.order_date FROM customers c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c.customer_id = o.customer_id;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1463040"/>
            <a:ext cx="4014216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1481328"/>
            <a:ext cx="39044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SUM(amount) AS total_revenue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payments;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41605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632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best-selling products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474720"/>
            <a:ext cx="4014216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493008"/>
            <a:ext cx="39044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SUM(od.quantity) AS total_sold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 JOIN products p USING(product_id)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p.product_name ORDER BY total_sold DESC LIMIT 5;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41605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632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never sold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82312" y="3474720"/>
            <a:ext cx="4014216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3493008"/>
            <a:ext cx="390448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 FROM products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product_id NOT IN (SELECT DISTINCT product_id FROM order_details);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Financial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₦15,617,000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5156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₦390,425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957386855"/>
              </p:ext>
            </p:extLst>
          </p:nvPr>
        </p:nvGraphicFramePr>
        <p:xfrm>
          <a:off x="274320" y="224028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5943600" y="2240280"/>
          <a:ext cx="3017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Top Customers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388446328"/>
              </p:ext>
            </p:extLst>
          </p:nvPr>
        </p:nvGraphicFramePr>
        <p:xfrm>
          <a:off x="274320" y="100584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Spending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146304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846320" y="1463040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56048" y="1563624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0096" y="1517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Scott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40096" y="1764792"/>
            <a:ext cx="3474720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0536" y="1719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₦2774K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213055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130552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56048" y="2231136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40096" y="21854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Carter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40096" y="2432304"/>
            <a:ext cx="1996649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82465" y="23865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₦1594K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279806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2798064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56048" y="2898648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56048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40096" y="2852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 Green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40096" y="3099816"/>
            <a:ext cx="1916482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02298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₦1530K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46320" y="346557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3465576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56048" y="3566160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5604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40096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Young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40096" y="3767328"/>
            <a:ext cx="1822537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208353" y="3721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₦1455K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846320" y="4133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46320" y="4133088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56048" y="4233672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56048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40096" y="4187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Brown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340096" y="4434840"/>
            <a:ext cx="147055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56372" y="4389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₦1174K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&amp; Advanced Query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with ₦19.49M in revenue - over 2× the next category (Furniture at ₦8.82M).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Ranking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0" y="1417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ranked by total spending using RANK() with SUM(amount). Ava Scott leads at ₦2.77M.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Supplier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joining suppliers → products. Tech Supplies Ltd supplies the top-selling Electronics.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949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27889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orders are in April 2026. Total monthly revenue: ₦15,617,000. Consistent spread across the month.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Spending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spending = ₦390,425 per order. Customers with total spend &gt; this figure identified with HAVING clause.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Priced Products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94960" y="41605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price &gt; AVG(price) flagged using a subquery - key for premium product analysis.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Restock These Products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4813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— 28 units sold, likely low stock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— 25 units sold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20 units sold; high turnover in Food category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16052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515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Slow-Moving Products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48132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 &amp; Clothing categories have minimal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or promotions for bottom performers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discontinuing lowest-revenue SKUs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41605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Loyal Customers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44728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Scott — highest spender (₦2.77M)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Carter, Mason Green — top-5 loyals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rewards / priority service to these customers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41605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Best Supplier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344728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suppliers (Tech Supplies Ltd, ElectroGoods) drive highest revenue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volume discounts with top suppliers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dependency on single-category suppliers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66928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517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relational database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7556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sales_inventory_system with proper foreign key constraints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94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231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170+ records inserted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suppliers, products, orders, details &amp; payments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889504"/>
            <a:ext cx="8412480" cy="566928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626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944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SQL queries written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1821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basic SELECTs, JOINs, GROUP BY, HAVING, subqueries &amp; window functions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8412480" cy="566928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758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657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Electronics rules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8953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₦19.5M revenue — 55% of total; Speaker is #1 seller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89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4370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customer: Ava Scott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6085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₦2.77M spent — an ideal loyalty program candidate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Group B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785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Inventory Management System</dc:title>
  <dc:subject>PptxGenJS Presentation</dc:subject>
  <dc:creator>PptxGenJS</dc:creator>
  <cp:lastModifiedBy>Damilola Iperepolu</cp:lastModifiedBy>
  <cp:revision>3</cp:revision>
  <dcterms:created xsi:type="dcterms:W3CDTF">2026-04-30T16:03:07Z</dcterms:created>
  <dcterms:modified xsi:type="dcterms:W3CDTF">2026-05-01T16:38:13Z</dcterms:modified>
</cp:coreProperties>
</file>